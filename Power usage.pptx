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8C920-7C43-4FCE-B315-CC72CE52941B}" v="12" dt="2024-12-16T21:13:22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James" userId="02d77cc1-5d0a-4bc5-a267-4a7293138dd4" providerId="ADAL" clId="{3CF8C920-7C43-4FCE-B315-CC72CE52941B}"/>
    <pc:docChg chg="custSel addSld delSld modSld">
      <pc:chgData name="Robert James" userId="02d77cc1-5d0a-4bc5-a267-4a7293138dd4" providerId="ADAL" clId="{3CF8C920-7C43-4FCE-B315-CC72CE52941B}" dt="2024-12-16T21:26:06.832" v="753" actId="20577"/>
      <pc:docMkLst>
        <pc:docMk/>
      </pc:docMkLst>
      <pc:sldChg chg="del">
        <pc:chgData name="Robert James" userId="02d77cc1-5d0a-4bc5-a267-4a7293138dd4" providerId="ADAL" clId="{3CF8C920-7C43-4FCE-B315-CC72CE52941B}" dt="2024-12-16T21:08:01.984" v="262" actId="2696"/>
        <pc:sldMkLst>
          <pc:docMk/>
          <pc:sldMk cId="3647400857" sldId="256"/>
        </pc:sldMkLst>
      </pc:sldChg>
      <pc:sldChg chg="addSp delSp modSp new mod setBg">
        <pc:chgData name="Robert James" userId="02d77cc1-5d0a-4bc5-a267-4a7293138dd4" providerId="ADAL" clId="{3CF8C920-7C43-4FCE-B315-CC72CE52941B}" dt="2024-12-16T21:26:06.832" v="753" actId="20577"/>
        <pc:sldMkLst>
          <pc:docMk/>
          <pc:sldMk cId="1182062674" sldId="257"/>
        </pc:sldMkLst>
        <pc:spChg chg="mod">
          <ac:chgData name="Robert James" userId="02d77cc1-5d0a-4bc5-a267-4a7293138dd4" providerId="ADAL" clId="{3CF8C920-7C43-4FCE-B315-CC72CE52941B}" dt="2024-12-16T21:05:23.316" v="237" actId="14100"/>
          <ac:spMkLst>
            <pc:docMk/>
            <pc:sldMk cId="1182062674" sldId="257"/>
            <ac:spMk id="2" creationId="{3EF0CEF3-DC4F-7A92-ACF9-A4F7AE080AD8}"/>
          </ac:spMkLst>
        </pc:spChg>
        <pc:spChg chg="del">
          <ac:chgData name="Robert James" userId="02d77cc1-5d0a-4bc5-a267-4a7293138dd4" providerId="ADAL" clId="{3CF8C920-7C43-4FCE-B315-CC72CE52941B}" dt="2024-12-16T21:01:41.323" v="1"/>
          <ac:spMkLst>
            <pc:docMk/>
            <pc:sldMk cId="1182062674" sldId="257"/>
            <ac:spMk id="3" creationId="{0D65FF45-9C50-8675-BA5B-693598AF29FE}"/>
          </ac:spMkLst>
        </pc:spChg>
        <pc:spChg chg="mod">
          <ac:chgData name="Robert James" userId="02d77cc1-5d0a-4bc5-a267-4a7293138dd4" providerId="ADAL" clId="{3CF8C920-7C43-4FCE-B315-CC72CE52941B}" dt="2024-12-16T21:26:06.832" v="753" actId="20577"/>
          <ac:spMkLst>
            <pc:docMk/>
            <pc:sldMk cId="1182062674" sldId="257"/>
            <ac:spMk id="4" creationId="{9373B894-C6E5-7DC1-2ECB-499D1D3F6FC8}"/>
          </ac:spMkLst>
        </pc:spChg>
        <pc:spChg chg="add mod">
          <ac:chgData name="Robert James" userId="02d77cc1-5d0a-4bc5-a267-4a7293138dd4" providerId="ADAL" clId="{3CF8C920-7C43-4FCE-B315-CC72CE52941B}" dt="2024-12-16T21:13:03.298" v="386" actId="1076"/>
          <ac:spMkLst>
            <pc:docMk/>
            <pc:sldMk cId="1182062674" sldId="257"/>
            <ac:spMk id="6" creationId="{F56227B9-0E02-321B-2AAC-15DF400CBC02}"/>
          </ac:spMkLst>
        </pc:spChg>
        <pc:spChg chg="add mod">
          <ac:chgData name="Robert James" userId="02d77cc1-5d0a-4bc5-a267-4a7293138dd4" providerId="ADAL" clId="{3CF8C920-7C43-4FCE-B315-CC72CE52941B}" dt="2024-12-16T21:10:37.266" v="306" actId="1076"/>
          <ac:spMkLst>
            <pc:docMk/>
            <pc:sldMk cId="1182062674" sldId="257"/>
            <ac:spMk id="9" creationId="{037B189B-BB5D-1C63-934D-E793C95A4A20}"/>
          </ac:spMkLst>
        </pc:spChg>
        <pc:spChg chg="add">
          <ac:chgData name="Robert James" userId="02d77cc1-5d0a-4bc5-a267-4a7293138dd4" providerId="ADAL" clId="{3CF8C920-7C43-4FCE-B315-CC72CE52941B}" dt="2024-12-16T21:02:14.508" v="28" actId="26606"/>
          <ac:spMkLst>
            <pc:docMk/>
            <pc:sldMk cId="1182062674" sldId="257"/>
            <ac:spMk id="10" creationId="{B95B9BA8-1D69-4796-85F5-B6D0BD52354B}"/>
          </ac:spMkLst>
        </pc:spChg>
        <pc:spChg chg="add mod">
          <ac:chgData name="Robert James" userId="02d77cc1-5d0a-4bc5-a267-4a7293138dd4" providerId="ADAL" clId="{3CF8C920-7C43-4FCE-B315-CC72CE52941B}" dt="2024-12-16T21:12:57.451" v="385" actId="1076"/>
          <ac:spMkLst>
            <pc:docMk/>
            <pc:sldMk cId="1182062674" sldId="257"/>
            <ac:spMk id="11" creationId="{4D66F89D-EF9A-EACA-1578-4DF63180A79E}"/>
          </ac:spMkLst>
        </pc:spChg>
        <pc:spChg chg="add del mod">
          <ac:chgData name="Robert James" userId="02d77cc1-5d0a-4bc5-a267-4a7293138dd4" providerId="ADAL" clId="{3CF8C920-7C43-4FCE-B315-CC72CE52941B}" dt="2024-12-16T21:11:58.883" v="343" actId="478"/>
          <ac:spMkLst>
            <pc:docMk/>
            <pc:sldMk cId="1182062674" sldId="257"/>
            <ac:spMk id="12" creationId="{93B7A1D4-0417-4F32-82D2-0150E5945609}"/>
          </ac:spMkLst>
        </pc:spChg>
        <pc:spChg chg="add mod">
          <ac:chgData name="Robert James" userId="02d77cc1-5d0a-4bc5-a267-4a7293138dd4" providerId="ADAL" clId="{3CF8C920-7C43-4FCE-B315-CC72CE52941B}" dt="2024-12-16T21:11:13.251" v="325" actId="1076"/>
          <ac:spMkLst>
            <pc:docMk/>
            <pc:sldMk cId="1182062674" sldId="257"/>
            <ac:spMk id="13" creationId="{A409D478-DC9E-DFE5-E856-6D99CAA5D281}"/>
          </ac:spMkLst>
        </pc:spChg>
        <pc:spChg chg="add mod">
          <ac:chgData name="Robert James" userId="02d77cc1-5d0a-4bc5-a267-4a7293138dd4" providerId="ADAL" clId="{3CF8C920-7C43-4FCE-B315-CC72CE52941B}" dt="2024-12-16T21:11:38.870" v="341" actId="14100"/>
          <ac:spMkLst>
            <pc:docMk/>
            <pc:sldMk cId="1182062674" sldId="257"/>
            <ac:spMk id="14" creationId="{8F4A48D1-BC60-B419-3B32-8823C261084B}"/>
          </ac:spMkLst>
        </pc:spChg>
        <pc:spChg chg="add mod">
          <ac:chgData name="Robert James" userId="02d77cc1-5d0a-4bc5-a267-4a7293138dd4" providerId="ADAL" clId="{3CF8C920-7C43-4FCE-B315-CC72CE52941B}" dt="2024-12-16T21:13:32.393" v="390" actId="20577"/>
          <ac:spMkLst>
            <pc:docMk/>
            <pc:sldMk cId="1182062674" sldId="257"/>
            <ac:spMk id="15" creationId="{452B1F70-310F-F34D-1E53-E9B2E20B8B02}"/>
          </ac:spMkLst>
        </pc:spChg>
        <pc:picChg chg="add mod">
          <ac:chgData name="Robert James" userId="02d77cc1-5d0a-4bc5-a267-4a7293138dd4" providerId="ADAL" clId="{3CF8C920-7C43-4FCE-B315-CC72CE52941B}" dt="2024-12-16T21:07:28.893" v="261" actId="14100"/>
          <ac:picMkLst>
            <pc:docMk/>
            <pc:sldMk cId="1182062674" sldId="257"/>
            <ac:picMk id="5" creationId="{691EA232-FADF-027D-B5EB-32C6DC2C6EF2}"/>
          </ac:picMkLst>
        </pc:picChg>
        <pc:picChg chg="add mod">
          <ac:chgData name="Robert James" userId="02d77cc1-5d0a-4bc5-a267-4a7293138dd4" providerId="ADAL" clId="{3CF8C920-7C43-4FCE-B315-CC72CE52941B}" dt="2024-12-16T21:09:57.906" v="292"/>
          <ac:picMkLst>
            <pc:docMk/>
            <pc:sldMk cId="1182062674" sldId="257"/>
            <ac:picMk id="7" creationId="{B675DA68-EAA7-F585-2D98-F11D880315F3}"/>
          </ac:picMkLst>
        </pc:picChg>
        <pc:picChg chg="add mod">
          <ac:chgData name="Robert James" userId="02d77cc1-5d0a-4bc5-a267-4a7293138dd4" providerId="ADAL" clId="{3CF8C920-7C43-4FCE-B315-CC72CE52941B}" dt="2024-12-16T21:10:02.597" v="293"/>
          <ac:picMkLst>
            <pc:docMk/>
            <pc:sldMk cId="1182062674" sldId="257"/>
            <ac:picMk id="8" creationId="{57C147C1-D7B8-0E36-D59C-B7793777BF9E}"/>
          </ac:picMkLst>
        </pc:picChg>
      </pc:sldChg>
      <pc:sldChg chg="new del">
        <pc:chgData name="Robert James" userId="02d77cc1-5d0a-4bc5-a267-4a7293138dd4" providerId="ADAL" clId="{3CF8C920-7C43-4FCE-B315-CC72CE52941B}" dt="2024-12-16T21:13:44.723" v="391" actId="47"/>
        <pc:sldMkLst>
          <pc:docMk/>
          <pc:sldMk cId="1128516105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2F7C-1A5A-E2B2-DC2B-17BE191D6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49206-07DD-17A6-C3AA-6671FF302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F449E-77DB-8C18-C50E-CA892AEB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C5E66-3D8E-AE59-4C9B-1B98885B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015DC-7757-1DEA-B203-CC45F4D3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955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2F39-EB4E-A80B-C365-2814DCAB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228B-65E3-B07D-431C-B4FCB1763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8CAAE-E35A-46EA-CF6B-420E2D8F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C805C-D6B1-45A7-9F34-7D9E90EE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257C1-D373-17CB-7FE3-3845A5EC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1714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8F44-ED04-A25C-4AAC-B70C7C78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AEA6D-973B-8EE9-915B-73E613279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515E-C291-BD21-EB3B-8F2937460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7F20-D163-867A-A68E-3D23F6DE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FA14C-4064-297D-87C3-ED236B1A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727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C295-7E93-D78A-AF9C-10A67545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4109-789C-13B7-11E4-6CC2F24A3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C9C5C-FCDB-4606-F441-C326592E1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D3512-9FC6-EAAF-6243-FFD247C2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72252-3C7E-813E-B085-67D9410A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2EBE3-1FDF-0EFD-C454-CA2233EB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55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5BC6-05EF-552F-8B18-06356402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75FC3-360E-C0C3-E471-C08A87B6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292BE-B963-1A79-B98A-36209A5F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36BAA-C77A-5EAB-81C3-E25E52CD7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5B8B0C-1E0F-4C3C-B45B-4AFD79A95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B1C174-7CD0-03A1-653C-DFAE5924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24069-F036-1A8C-CE21-7F26EA3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91762-861E-2F1F-79F9-1E7365E9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6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E76A-4CAC-00D4-F6DB-EBB970EB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64C1A-CF5D-86EE-C3D7-C0D010E6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982DC-1A6C-AB56-222C-66E2B359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E0B28-A18B-7AB5-46F4-CB6FA1C2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897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7D1D1-CEF2-98E4-BB9A-2D89675D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5DBC4D-3481-7DBF-6B53-0697C07F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16ED1-B3EC-CDDD-6C01-2350A6A7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8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FB12-F41D-8318-A7E4-4028D92F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86F4-23E3-136C-30D7-1632A3B6C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63232-B7F5-C87E-DD08-410CD1DBD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7E62-221E-FDC2-1468-D2217BB33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3E1CE-611E-B344-6458-728482E9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DA8F3-2F96-F971-FA41-53F6C9B9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797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45C9-7FF0-7646-32A4-0CA7C9241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5EAD6-7F22-BC64-6637-7B2DF86D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A6D86-8BF1-DA4B-B99A-BE52318FC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4CE19-C784-8FD3-2834-EA35FD28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540E6-BD45-6DF9-23D2-BD32BC7EB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A6D4D-72AA-BC01-347F-6FF6A4C7F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765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3CCA-3372-B616-B0F2-DEA2352D6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EC6A3-402D-9DFE-AE1F-CCA78FC94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50BF6-616C-63CB-ACFB-265FADDC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3B61-B180-FFEC-9DE2-33F2E312E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24B1E-1004-2DA1-8931-6060A17F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979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FE974-E636-125F-0EF6-72C0166D7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79CAF-AC73-1D0D-0327-A9B99AA2E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55C9A-1348-4830-3A57-2A4C8F28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5D725-349F-6C33-B6E4-15AA8456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B11C6-F003-AE61-2694-5709B46C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61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BAFAC-A4FB-878F-30A2-22889C5B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090F6-29B0-132A-80CB-FE4200897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E3FF0-28BB-A70B-4EBB-A4FB90DCB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FBF94-460A-4545-BDD7-9DB02DD63A97}" type="datetimeFigureOut">
              <a:rPr lang="en-AU" smtClean="0"/>
              <a:t>17/12/2024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EA4B1-56FF-BBF9-697E-18C9AA09E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273A6-CC2E-B46C-606B-BDF94F6F6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77B62-FF05-4BC5-B022-70F5C84BE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44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0CEF3-DC4F-7A92-ACF9-A4F7AE08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487" y="336827"/>
            <a:ext cx="4391025" cy="163484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Combined p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ower consumption of logger and wiper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3B894-C6E5-7DC1-2ECB-499D1D3F6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929" y="1990726"/>
            <a:ext cx="4659122" cy="412432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Energy consumed per minimum 2-minute cycle is 3.31mWh as shown shaded in grey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Energy consumed per wipe is 3.24mWh, add sleep time/energy  to calculate other time </a:t>
            </a: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step options</a:t>
            </a: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Current peak is 775mA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Voltage = 4.2V as supplied by 4000mAh LiPo battery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The first two wipe points show master and slave cylinder head diff. = 0mm, the third shows head diff. = 900mm effect (easier to push but harder to pull against head pressure)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1EA232-FADF-027D-B5EB-32C6DC2C6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1452" y="336827"/>
            <a:ext cx="6826418" cy="4863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6227B9-0E02-321B-2AAC-15DF400CBC02}"/>
              </a:ext>
            </a:extLst>
          </p:cNvPr>
          <p:cNvSpPr txBox="1"/>
          <p:nvPr/>
        </p:nvSpPr>
        <p:spPr>
          <a:xfrm>
            <a:off x="5961888" y="2505748"/>
            <a:ext cx="158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Sleep current = 238uA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7B189B-BB5D-1C63-934D-E793C95A4A20}"/>
              </a:ext>
            </a:extLst>
          </p:cNvPr>
          <p:cNvSpPr txBox="1"/>
          <p:nvPr/>
        </p:nvSpPr>
        <p:spPr>
          <a:xfrm>
            <a:off x="5420996" y="2091977"/>
            <a:ext cx="640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Start-up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6F89D-EF9A-EACA-1578-4DF63180A79E}"/>
              </a:ext>
            </a:extLst>
          </p:cNvPr>
          <p:cNvSpPr txBox="1"/>
          <p:nvPr/>
        </p:nvSpPr>
        <p:spPr>
          <a:xfrm>
            <a:off x="11145393" y="1922699"/>
            <a:ext cx="6412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900mm head effect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09D478-DC9E-DFE5-E856-6D99CAA5D281}"/>
              </a:ext>
            </a:extLst>
          </p:cNvPr>
          <p:cNvSpPr txBox="1"/>
          <p:nvPr/>
        </p:nvSpPr>
        <p:spPr>
          <a:xfrm>
            <a:off x="7067677" y="2015032"/>
            <a:ext cx="567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Extend brush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4A48D1-BC60-B419-3B32-8823C261084B}"/>
              </a:ext>
            </a:extLst>
          </p:cNvPr>
          <p:cNvSpPr txBox="1"/>
          <p:nvPr/>
        </p:nvSpPr>
        <p:spPr>
          <a:xfrm>
            <a:off x="7918069" y="2015032"/>
            <a:ext cx="723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Retract brush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2B1F70-310F-F34D-1E53-E9B2E20B8B02}"/>
              </a:ext>
            </a:extLst>
          </p:cNvPr>
          <p:cNvSpPr txBox="1"/>
          <p:nvPr/>
        </p:nvSpPr>
        <p:spPr>
          <a:xfrm>
            <a:off x="9867519" y="1938088"/>
            <a:ext cx="6412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bg1"/>
                </a:solidFill>
              </a:rPr>
              <a:t>0mm head effect</a:t>
            </a:r>
          </a:p>
        </p:txBody>
      </p:sp>
    </p:spTree>
    <p:extLst>
      <p:ext uri="{BB962C8B-B14F-4D97-AF65-F5344CB8AC3E}">
        <p14:creationId xmlns:p14="http://schemas.microsoft.com/office/powerpoint/2010/main" val="118206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103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Combined power consumption of logger and wiper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James</dc:creator>
  <cp:lastModifiedBy>Robert James</cp:lastModifiedBy>
  <cp:revision>1</cp:revision>
  <dcterms:created xsi:type="dcterms:W3CDTF">2024-12-16T20:55:13Z</dcterms:created>
  <dcterms:modified xsi:type="dcterms:W3CDTF">2024-12-16T21:26:13Z</dcterms:modified>
</cp:coreProperties>
</file>